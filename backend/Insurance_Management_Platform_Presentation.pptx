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6" d="100"/>
          <a:sy n="76" d="100"/>
        </p:scale>
        <p:origin x="-2396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neha kothuru" userId="922a7f51a9481668" providerId="LiveId" clId="{9A5AFDEC-80B4-4739-830D-52F83EDE4835}"/>
    <pc:docChg chg="custSel addSld modSld">
      <pc:chgData name="Sneha kothuru" userId="922a7f51a9481668" providerId="LiveId" clId="{9A5AFDEC-80B4-4739-830D-52F83EDE4835}" dt="2026-07-31T09:42:22.951" v="176" actId="27636"/>
      <pc:docMkLst>
        <pc:docMk/>
      </pc:docMkLst>
      <pc:sldChg chg="modSp mod">
        <pc:chgData name="Sneha kothuru" userId="922a7f51a9481668" providerId="LiveId" clId="{9A5AFDEC-80B4-4739-830D-52F83EDE4835}" dt="2026-07-31T09:35:26.699" v="129" actId="255"/>
        <pc:sldMkLst>
          <pc:docMk/>
          <pc:sldMk cId="649849147" sldId="256"/>
        </pc:sldMkLst>
        <pc:spChg chg="mod">
          <ac:chgData name="Sneha kothuru" userId="922a7f51a9481668" providerId="LiveId" clId="{9A5AFDEC-80B4-4739-830D-52F83EDE4835}" dt="2026-07-31T09:34:54.919" v="125"/>
          <ac:spMkLst>
            <pc:docMk/>
            <pc:sldMk cId="649849147" sldId="256"/>
            <ac:spMk id="2" creationId="{32882166-70C4-B6CF-3FE4-888E2C61B299}"/>
          </ac:spMkLst>
        </pc:spChg>
        <pc:spChg chg="mod">
          <ac:chgData name="Sneha kothuru" userId="922a7f51a9481668" providerId="LiveId" clId="{9A5AFDEC-80B4-4739-830D-52F83EDE4835}" dt="2026-07-31T09:35:26.699" v="129" actId="255"/>
          <ac:spMkLst>
            <pc:docMk/>
            <pc:sldMk cId="649849147" sldId="256"/>
            <ac:spMk id="3" creationId="{F3CD5147-2C22-B941-5666-B8678C46A47E}"/>
          </ac:spMkLst>
        </pc:spChg>
      </pc:sldChg>
      <pc:sldChg chg="modSp new">
        <pc:chgData name="Sneha kothuru" userId="922a7f51a9481668" providerId="LiveId" clId="{9A5AFDEC-80B4-4739-830D-52F83EDE4835}" dt="2026-07-31T09:36:23.050" v="132"/>
        <pc:sldMkLst>
          <pc:docMk/>
          <pc:sldMk cId="1183272786" sldId="257"/>
        </pc:sldMkLst>
        <pc:spChg chg="mod">
          <ac:chgData name="Sneha kothuru" userId="922a7f51a9481668" providerId="LiveId" clId="{9A5AFDEC-80B4-4739-830D-52F83EDE4835}" dt="2026-07-31T09:36:12.900" v="131"/>
          <ac:spMkLst>
            <pc:docMk/>
            <pc:sldMk cId="1183272786" sldId="257"/>
            <ac:spMk id="2" creationId="{94004B49-CF7A-60DE-01AA-5E9586B61D4E}"/>
          </ac:spMkLst>
        </pc:spChg>
        <pc:spChg chg="mod">
          <ac:chgData name="Sneha kothuru" userId="922a7f51a9481668" providerId="LiveId" clId="{9A5AFDEC-80B4-4739-830D-52F83EDE4835}" dt="2026-07-31T09:36:23.050" v="132"/>
          <ac:spMkLst>
            <pc:docMk/>
            <pc:sldMk cId="1183272786" sldId="257"/>
            <ac:spMk id="3" creationId="{DC485A20-7F2A-78A1-9B07-0F53B72F2906}"/>
          </ac:spMkLst>
        </pc:spChg>
      </pc:sldChg>
      <pc:sldChg chg="modSp new mod">
        <pc:chgData name="Sneha kothuru" userId="922a7f51a9481668" providerId="LiveId" clId="{9A5AFDEC-80B4-4739-830D-52F83EDE4835}" dt="2026-07-31T09:37:18.118" v="136" actId="27636"/>
        <pc:sldMkLst>
          <pc:docMk/>
          <pc:sldMk cId="3941228361" sldId="258"/>
        </pc:sldMkLst>
        <pc:spChg chg="mod">
          <ac:chgData name="Sneha kothuru" userId="922a7f51a9481668" providerId="LiveId" clId="{9A5AFDEC-80B4-4739-830D-52F83EDE4835}" dt="2026-07-31T09:37:09.627" v="134"/>
          <ac:spMkLst>
            <pc:docMk/>
            <pc:sldMk cId="3941228361" sldId="258"/>
            <ac:spMk id="2" creationId="{2319ECC7-B6AF-4278-48EE-B64F5568F25B}"/>
          </ac:spMkLst>
        </pc:spChg>
        <pc:spChg chg="mod">
          <ac:chgData name="Sneha kothuru" userId="922a7f51a9481668" providerId="LiveId" clId="{9A5AFDEC-80B4-4739-830D-52F83EDE4835}" dt="2026-07-31T09:37:18.118" v="136" actId="27636"/>
          <ac:spMkLst>
            <pc:docMk/>
            <pc:sldMk cId="3941228361" sldId="258"/>
            <ac:spMk id="3" creationId="{7B175B1C-DD8A-43B8-1B27-BD6AA31330BF}"/>
          </ac:spMkLst>
        </pc:spChg>
      </pc:sldChg>
      <pc:sldChg chg="modSp new mod">
        <pc:chgData name="Sneha kothuru" userId="922a7f51a9481668" providerId="LiveId" clId="{9A5AFDEC-80B4-4739-830D-52F83EDE4835}" dt="2026-07-31T09:39:00.414" v="143" actId="255"/>
        <pc:sldMkLst>
          <pc:docMk/>
          <pc:sldMk cId="548870956" sldId="259"/>
        </pc:sldMkLst>
        <pc:spChg chg="mod">
          <ac:chgData name="Sneha kothuru" userId="922a7f51a9481668" providerId="LiveId" clId="{9A5AFDEC-80B4-4739-830D-52F83EDE4835}" dt="2026-07-31T09:37:35.518" v="138"/>
          <ac:spMkLst>
            <pc:docMk/>
            <pc:sldMk cId="548870956" sldId="259"/>
            <ac:spMk id="2" creationId="{FB505A38-EDBC-3C2E-79D0-E71C2FC91221}"/>
          </ac:spMkLst>
        </pc:spChg>
        <pc:spChg chg="mod">
          <ac:chgData name="Sneha kothuru" userId="922a7f51a9481668" providerId="LiveId" clId="{9A5AFDEC-80B4-4739-830D-52F83EDE4835}" dt="2026-07-31T09:39:00.414" v="143" actId="255"/>
          <ac:spMkLst>
            <pc:docMk/>
            <pc:sldMk cId="548870956" sldId="259"/>
            <ac:spMk id="3" creationId="{40381EF9-13A6-4AFB-3C45-0EA9643B6429}"/>
          </ac:spMkLst>
        </pc:spChg>
      </pc:sldChg>
      <pc:sldChg chg="modSp new mod">
        <pc:chgData name="Sneha kothuru" userId="922a7f51a9481668" providerId="LiveId" clId="{9A5AFDEC-80B4-4739-830D-52F83EDE4835}" dt="2026-07-31T09:39:42.964" v="146" actId="27636"/>
        <pc:sldMkLst>
          <pc:docMk/>
          <pc:sldMk cId="1889755748" sldId="260"/>
        </pc:sldMkLst>
        <pc:spChg chg="mod">
          <ac:chgData name="Sneha kothuru" userId="922a7f51a9481668" providerId="LiveId" clId="{9A5AFDEC-80B4-4739-830D-52F83EDE4835}" dt="2026-07-31T09:39:34.506" v="144"/>
          <ac:spMkLst>
            <pc:docMk/>
            <pc:sldMk cId="1889755748" sldId="260"/>
            <ac:spMk id="2" creationId="{F85A350E-4CDD-9DA8-CA6C-5CA1C15DC693}"/>
          </ac:spMkLst>
        </pc:spChg>
        <pc:spChg chg="mod">
          <ac:chgData name="Sneha kothuru" userId="922a7f51a9481668" providerId="LiveId" clId="{9A5AFDEC-80B4-4739-830D-52F83EDE4835}" dt="2026-07-31T09:39:42.964" v="146" actId="27636"/>
          <ac:spMkLst>
            <pc:docMk/>
            <pc:sldMk cId="1889755748" sldId="260"/>
            <ac:spMk id="3" creationId="{DE8F595D-7DBF-05CD-509F-F3D01E9B0309}"/>
          </ac:spMkLst>
        </pc:spChg>
      </pc:sldChg>
      <pc:sldChg chg="modSp new mod">
        <pc:chgData name="Sneha kothuru" userId="922a7f51a9481668" providerId="LiveId" clId="{9A5AFDEC-80B4-4739-830D-52F83EDE4835}" dt="2026-07-31T09:40:25.298" v="160" actId="27636"/>
        <pc:sldMkLst>
          <pc:docMk/>
          <pc:sldMk cId="1843076845" sldId="261"/>
        </pc:sldMkLst>
        <pc:spChg chg="mod">
          <ac:chgData name="Sneha kothuru" userId="922a7f51a9481668" providerId="LiveId" clId="{9A5AFDEC-80B4-4739-830D-52F83EDE4835}" dt="2026-07-31T09:40:12.745" v="158"/>
          <ac:spMkLst>
            <pc:docMk/>
            <pc:sldMk cId="1843076845" sldId="261"/>
            <ac:spMk id="2" creationId="{178974EC-FA92-4C0B-4390-A42827D95582}"/>
          </ac:spMkLst>
        </pc:spChg>
        <pc:spChg chg="mod">
          <ac:chgData name="Sneha kothuru" userId="922a7f51a9481668" providerId="LiveId" clId="{9A5AFDEC-80B4-4739-830D-52F83EDE4835}" dt="2026-07-31T09:40:25.298" v="160" actId="27636"/>
          <ac:spMkLst>
            <pc:docMk/>
            <pc:sldMk cId="1843076845" sldId="261"/>
            <ac:spMk id="3" creationId="{A376FDD1-B90E-1A5D-54C7-82ED0D39DEE7}"/>
          </ac:spMkLst>
        </pc:spChg>
      </pc:sldChg>
      <pc:sldChg chg="modSp new mod">
        <pc:chgData name="Sneha kothuru" userId="922a7f51a9481668" providerId="LiveId" clId="{9A5AFDEC-80B4-4739-830D-52F83EDE4835}" dt="2026-07-31T09:40:49.906" v="164" actId="27636"/>
        <pc:sldMkLst>
          <pc:docMk/>
          <pc:sldMk cId="2429197005" sldId="262"/>
        </pc:sldMkLst>
        <pc:spChg chg="mod">
          <ac:chgData name="Sneha kothuru" userId="922a7f51a9481668" providerId="LiveId" clId="{9A5AFDEC-80B4-4739-830D-52F83EDE4835}" dt="2026-07-31T09:40:42.637" v="162"/>
          <ac:spMkLst>
            <pc:docMk/>
            <pc:sldMk cId="2429197005" sldId="262"/>
            <ac:spMk id="2" creationId="{AB188927-7469-2944-AC23-B66B53F5F611}"/>
          </ac:spMkLst>
        </pc:spChg>
        <pc:spChg chg="mod">
          <ac:chgData name="Sneha kothuru" userId="922a7f51a9481668" providerId="LiveId" clId="{9A5AFDEC-80B4-4739-830D-52F83EDE4835}" dt="2026-07-31T09:40:49.906" v="164" actId="27636"/>
          <ac:spMkLst>
            <pc:docMk/>
            <pc:sldMk cId="2429197005" sldId="262"/>
            <ac:spMk id="3" creationId="{CB7F0E08-1118-BBAB-79B2-53511650B191}"/>
          </ac:spMkLst>
        </pc:spChg>
      </pc:sldChg>
      <pc:sldChg chg="modSp new mod">
        <pc:chgData name="Sneha kothuru" userId="922a7f51a9481668" providerId="LiveId" clId="{9A5AFDEC-80B4-4739-830D-52F83EDE4835}" dt="2026-07-31T09:41:24.374" v="168" actId="27636"/>
        <pc:sldMkLst>
          <pc:docMk/>
          <pc:sldMk cId="2160717060" sldId="263"/>
        </pc:sldMkLst>
        <pc:spChg chg="mod">
          <ac:chgData name="Sneha kothuru" userId="922a7f51a9481668" providerId="LiveId" clId="{9A5AFDEC-80B4-4739-830D-52F83EDE4835}" dt="2026-07-31T09:41:18.252" v="166"/>
          <ac:spMkLst>
            <pc:docMk/>
            <pc:sldMk cId="2160717060" sldId="263"/>
            <ac:spMk id="2" creationId="{7E948385-3819-C177-5847-F4695B91A567}"/>
          </ac:spMkLst>
        </pc:spChg>
        <pc:spChg chg="mod">
          <ac:chgData name="Sneha kothuru" userId="922a7f51a9481668" providerId="LiveId" clId="{9A5AFDEC-80B4-4739-830D-52F83EDE4835}" dt="2026-07-31T09:41:24.374" v="168" actId="27636"/>
          <ac:spMkLst>
            <pc:docMk/>
            <pc:sldMk cId="2160717060" sldId="263"/>
            <ac:spMk id="3" creationId="{3D83C525-38D7-5EFA-064C-6A7E65DBFABB}"/>
          </ac:spMkLst>
        </pc:spChg>
      </pc:sldChg>
      <pc:sldChg chg="modSp new mod">
        <pc:chgData name="Sneha kothuru" userId="922a7f51a9481668" providerId="LiveId" clId="{9A5AFDEC-80B4-4739-830D-52F83EDE4835}" dt="2026-07-31T09:41:48.206" v="172" actId="27636"/>
        <pc:sldMkLst>
          <pc:docMk/>
          <pc:sldMk cId="277631827" sldId="264"/>
        </pc:sldMkLst>
        <pc:spChg chg="mod">
          <ac:chgData name="Sneha kothuru" userId="922a7f51a9481668" providerId="LiveId" clId="{9A5AFDEC-80B4-4739-830D-52F83EDE4835}" dt="2026-07-31T09:41:43.400" v="170"/>
          <ac:spMkLst>
            <pc:docMk/>
            <pc:sldMk cId="277631827" sldId="264"/>
            <ac:spMk id="2" creationId="{1907F268-0E2C-D465-9B64-DC2AA757542B}"/>
          </ac:spMkLst>
        </pc:spChg>
        <pc:spChg chg="mod">
          <ac:chgData name="Sneha kothuru" userId="922a7f51a9481668" providerId="LiveId" clId="{9A5AFDEC-80B4-4739-830D-52F83EDE4835}" dt="2026-07-31T09:41:48.206" v="172" actId="27636"/>
          <ac:spMkLst>
            <pc:docMk/>
            <pc:sldMk cId="277631827" sldId="264"/>
            <ac:spMk id="3" creationId="{912046EB-BB28-B1EE-BD50-634C7BD9457A}"/>
          </ac:spMkLst>
        </pc:spChg>
      </pc:sldChg>
      <pc:sldChg chg="modSp new mod">
        <pc:chgData name="Sneha kothuru" userId="922a7f51a9481668" providerId="LiveId" clId="{9A5AFDEC-80B4-4739-830D-52F83EDE4835}" dt="2026-07-31T09:42:22.951" v="176" actId="27636"/>
        <pc:sldMkLst>
          <pc:docMk/>
          <pc:sldMk cId="411047857" sldId="265"/>
        </pc:sldMkLst>
        <pc:spChg chg="mod">
          <ac:chgData name="Sneha kothuru" userId="922a7f51a9481668" providerId="LiveId" clId="{9A5AFDEC-80B4-4739-830D-52F83EDE4835}" dt="2026-07-31T09:42:17.514" v="174"/>
          <ac:spMkLst>
            <pc:docMk/>
            <pc:sldMk cId="411047857" sldId="265"/>
            <ac:spMk id="2" creationId="{93827D9D-BFE4-C8F4-7BCE-2722A88B24E6}"/>
          </ac:spMkLst>
        </pc:spChg>
        <pc:spChg chg="mod">
          <ac:chgData name="Sneha kothuru" userId="922a7f51a9481668" providerId="LiveId" clId="{9A5AFDEC-80B4-4739-830D-52F83EDE4835}" dt="2026-07-31T09:42:22.951" v="176" actId="27636"/>
          <ac:spMkLst>
            <pc:docMk/>
            <pc:sldMk cId="411047857" sldId="265"/>
            <ac:spMk id="3" creationId="{5F788D7A-E952-7966-358C-865DDE6511A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D70375-C4C6-48E5-A417-7B0BDB1EA341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AE01A6-B08D-4EF0-A1D2-9C265A891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371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E01A6-B08D-4EF0-A1D2-9C265A89179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510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6A2F-A2B9-8172-5B5A-570CB047A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66DF07-9E9C-D9E3-04D8-60B64EF088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032B3-D59E-0D65-957F-ED9702BDD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877-8211-4056-AE39-5CED9A50BBA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BDB2A-E4CB-F728-4698-988BC1EE4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98F30-02D9-CC8E-E44E-64E816742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C0A2D-6582-4AEC-9340-BC85203E6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758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4C81-C54A-8580-61A9-4B4E942FA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86C7B-862F-2B5D-0EE9-D2B7FF811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797BE-5C3A-0C12-F3E7-1F16BE17C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877-8211-4056-AE39-5CED9A50BBA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9EBA-1453-6D86-6187-396092D72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2C9FE-BC85-57CE-5169-D882762C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C0A2D-6582-4AEC-9340-BC85203E6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244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DD049-3E2A-F2D2-600C-6033F09CD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CC215-99C9-840B-72EB-240BCFC69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D1422-2195-2AB6-AF38-9E8A9A5E2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877-8211-4056-AE39-5CED9A50BBA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1CB6-C9B2-13A1-92ED-A73444EA9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3315D-C180-2411-24FB-4DF8244A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C0A2D-6582-4AEC-9340-BC85203E6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63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D57D7-74E2-60CF-A70F-EA8A73F66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D698D-E78A-A9CD-9014-754823D4F0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C20FF-8142-ABBE-D3D8-0E5F5F972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F949C-62F5-1CD4-EFF5-9D825DE03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877-8211-4056-AE39-5CED9A50BBA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D1A8C6-DCF5-BFDF-9143-68A09BA01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0CD86-0FE0-286E-6D3E-C63777C65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C0A2D-6582-4AEC-9340-BC85203E6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13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2401-67F8-E03F-A0A4-24C2BF3BA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1E6FA-4551-81F9-0730-5935C4C0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B3885A-168B-DE43-F88C-A68C05DE8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31E7A8-1C6B-8161-47B5-E1A04E8BC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5DD42-F8C5-51C0-8B1C-38208A2709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6DBC4-DD3A-D538-38CE-572D10A20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877-8211-4056-AE39-5CED9A50BBA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2BECBE-D11C-5C9F-8347-D95AB410C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3E51F9-69CC-97E8-156A-B8118A5F2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C0A2D-6582-4AEC-9340-BC85203E6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042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68127-18C0-B0B3-7031-7050E19A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740FF6-3DF7-AEEB-FF08-B702D8AF0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877-8211-4056-AE39-5CED9A50BBA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2E0BB-12D5-644A-3FB2-D326C1825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929AAC-F29B-1105-D733-BFA4CD4D5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C0A2D-6582-4AEC-9340-BC85203E6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899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C71FEB-0E66-4478-F92B-C615357D9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877-8211-4056-AE39-5CED9A50BBA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80BC44-B9F4-7681-2E3E-4F1CB99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40DDF-3A1B-980B-22DC-42662C451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C0A2D-6582-4AEC-9340-BC85203E6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426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7CFED-30C8-3FBD-95EC-26CE89245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1E2FC-0457-1751-3A61-A95254ED0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0C3549-605F-D337-ED0C-3A02F3458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41FB3-4F21-602F-4259-2F8EE3E9C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877-8211-4056-AE39-5CED9A50BBA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98B5A-2B26-A1A6-EDE4-832BEC2F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0624F-38A3-A7A3-2BE9-35F2E3216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C0A2D-6582-4AEC-9340-BC85203E6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22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4C4EC-6907-5776-8DF2-78B6000F9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149D8-2E9C-B790-7194-977744AFD0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24E4AC-445D-4677-2F94-1FA42F472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DAFC7-35C1-B20C-5A90-DEC8BF5C6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877-8211-4056-AE39-5CED9A50BBA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5F8E0-EFED-216B-F81F-92B451382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C1377-19D8-C449-1CC1-E246F0B7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C0A2D-6582-4AEC-9340-BC85203E6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671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F6C00-15A4-2EC5-2D68-688982DAB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D427D7-4BF7-283F-B709-18F1EC265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216DF-B3D9-CC9C-3AE0-6F0C04B3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877-8211-4056-AE39-5CED9A50BBA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72BE5-B30A-4A19-4D31-845E5D32C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9C30E-AC1C-991E-EB4D-D143C99D2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C0A2D-6582-4AEC-9340-BC85203E6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024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ED457A-EAEF-73C5-BE7C-E3DBE42433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81D5F-AA1F-DC11-7CBA-805E475EE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5F75D-66A1-9484-0E10-FBF42BFB0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877-8211-4056-AE39-5CED9A50BBA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54881-7FC5-6AF9-F62B-7BE162135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B8B3B-CC1C-7336-1335-EB61FF6B6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C0A2D-6582-4AEC-9340-BC85203E6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049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C086FC-3EF8-1AF2-66FD-F3BD392C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4C110-9CDA-C121-6A25-95CB9A237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A3782-46E8-3126-A1D1-17D110EE3E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F7877-8211-4056-AE39-5CED9A50BBA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6AC98-A7B8-03EF-42DA-1794617953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3AED7-DF68-67E0-62B9-BC81178BF9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C0A2D-6582-4AEC-9340-BC85203E6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289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82166-70C4-B6CF-3FE4-888E2C61B2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INSURANCE MANAGEMENT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CD5147-2C22-B941-5666-B8678C46A4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Project Presentation</a:t>
            </a:r>
          </a:p>
          <a:p>
            <a:endParaRPr lang="en-US" dirty="0"/>
          </a:p>
          <a:p>
            <a:r>
              <a:rPr lang="en-US" dirty="0"/>
              <a:t>Developed Using:</a:t>
            </a:r>
          </a:p>
          <a:p>
            <a:r>
              <a:rPr lang="en-US" dirty="0"/>
              <a:t>Python Flask and MySQL</a:t>
            </a:r>
          </a:p>
          <a:p>
            <a:endParaRPr lang="en-US" dirty="0"/>
          </a:p>
          <a:p>
            <a:r>
              <a:rPr lang="en-US" dirty="0"/>
              <a:t>Prepared By:</a:t>
            </a:r>
          </a:p>
          <a:p>
            <a:r>
              <a:rPr lang="en-US" dirty="0"/>
              <a:t>Sneha Kothuru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9849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4B49-CF7A-60DE-01AA-5E9586B6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85A20-7F2A-78A1-9B07-0F53B72F2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Insurance Management Platform is a Flask-based backend application developed to manage insurance operations digitally.</a:t>
            </a:r>
          </a:p>
          <a:p>
            <a:endParaRPr lang="en-US" dirty="0"/>
          </a:p>
          <a:p>
            <a:r>
              <a:rPr lang="en-US" dirty="0"/>
              <a:t>The system provides secure authentication and different modules for managing customers, policies, payments, claims, documents, and reports.</a:t>
            </a:r>
          </a:p>
          <a:p>
            <a:endParaRPr lang="en-US" dirty="0"/>
          </a:p>
          <a:p>
            <a:r>
              <a:rPr lang="en-US" dirty="0"/>
              <a:t>The application uses REST APIs, JWT authentication, </a:t>
            </a:r>
            <a:r>
              <a:rPr lang="en-US" dirty="0" err="1"/>
              <a:t>SQLAlchemy</a:t>
            </a:r>
            <a:r>
              <a:rPr lang="en-US" dirty="0"/>
              <a:t> ORM, and MySQL database for efficient data management.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3272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9ECC7-B6AF-4278-48EE-B64F5568F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75B1C-DD8A-43B8-1B27-BD6AA3133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• To develop a secure backend application for managing insurance operations.</a:t>
            </a:r>
          </a:p>
          <a:p>
            <a:endParaRPr lang="en-US" dirty="0"/>
          </a:p>
          <a:p>
            <a:r>
              <a:rPr lang="en-US" dirty="0"/>
              <a:t>• To implement user registration and login with JWT authentication.</a:t>
            </a:r>
          </a:p>
          <a:p>
            <a:endParaRPr lang="en-US" dirty="0"/>
          </a:p>
          <a:p>
            <a:r>
              <a:rPr lang="en-US" dirty="0"/>
              <a:t>• To manage customer information and insurance policies.</a:t>
            </a:r>
          </a:p>
          <a:p>
            <a:endParaRPr lang="en-US" dirty="0"/>
          </a:p>
          <a:p>
            <a:r>
              <a:rPr lang="en-US" dirty="0"/>
              <a:t>• To track payments and process insurance claims.</a:t>
            </a:r>
          </a:p>
          <a:p>
            <a:endParaRPr lang="en-US" dirty="0"/>
          </a:p>
          <a:p>
            <a:r>
              <a:rPr lang="en-US" dirty="0"/>
              <a:t>• To manage customer documents securely.</a:t>
            </a:r>
          </a:p>
          <a:p>
            <a:endParaRPr lang="en-US" dirty="0"/>
          </a:p>
          <a:p>
            <a:r>
              <a:rPr lang="en-US" dirty="0"/>
              <a:t>• To generate reports for overall system information.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1228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05A38-EDBC-3C2E-79D0-E71C2FC91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81EF9-13A6-4AFB-3C45-0EA9643B6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dirty="0"/>
              <a:t>Programming Language:</a:t>
            </a:r>
          </a:p>
          <a:p>
            <a:r>
              <a:rPr lang="en-IN" sz="2400" dirty="0"/>
              <a:t>Python</a:t>
            </a:r>
          </a:p>
          <a:p>
            <a:endParaRPr lang="en-IN" sz="2400" dirty="0"/>
          </a:p>
          <a:p>
            <a:r>
              <a:rPr lang="en-IN" sz="2400" dirty="0"/>
              <a:t>Backend Framework:</a:t>
            </a:r>
          </a:p>
          <a:p>
            <a:r>
              <a:rPr lang="en-IN" sz="2400" dirty="0"/>
              <a:t>Flask</a:t>
            </a:r>
          </a:p>
          <a:p>
            <a:endParaRPr lang="en-IN" sz="2400" dirty="0"/>
          </a:p>
          <a:p>
            <a:r>
              <a:rPr lang="en-IN" sz="2400" dirty="0"/>
              <a:t>Database:</a:t>
            </a:r>
          </a:p>
          <a:p>
            <a:r>
              <a:rPr lang="en-IN" sz="2400" dirty="0"/>
              <a:t>MySQL</a:t>
            </a:r>
          </a:p>
          <a:p>
            <a:endParaRPr lang="en-IN" sz="2400" dirty="0"/>
          </a:p>
          <a:p>
            <a:r>
              <a:rPr lang="en-IN" sz="2400" dirty="0"/>
              <a:t>ORM:</a:t>
            </a:r>
          </a:p>
          <a:p>
            <a:r>
              <a:rPr lang="en-IN" sz="2400" dirty="0" err="1"/>
              <a:t>SQLAlchemy</a:t>
            </a:r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Authentication:</a:t>
            </a:r>
          </a:p>
          <a:p>
            <a:r>
              <a:rPr lang="en-IN" sz="2400" dirty="0"/>
              <a:t>JWT Authentication</a:t>
            </a:r>
          </a:p>
          <a:p>
            <a:endParaRPr lang="en-IN" sz="2400" dirty="0"/>
          </a:p>
          <a:p>
            <a:r>
              <a:rPr lang="en-IN" sz="2400" dirty="0"/>
              <a:t>Security:</a:t>
            </a:r>
          </a:p>
          <a:p>
            <a:r>
              <a:rPr lang="en-IN" sz="2400" dirty="0"/>
              <a:t>Flask-</a:t>
            </a:r>
            <a:r>
              <a:rPr lang="en-IN" sz="2400" dirty="0" err="1"/>
              <a:t>Bcrypt</a:t>
            </a:r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API Testing:</a:t>
            </a:r>
          </a:p>
          <a:p>
            <a:r>
              <a:rPr lang="en-IN" sz="2400" dirty="0"/>
              <a:t>Thunder Client</a:t>
            </a:r>
          </a:p>
          <a:p>
            <a:endParaRPr lang="en-IN" sz="2400" dirty="0"/>
          </a:p>
          <a:p>
            <a:r>
              <a:rPr lang="en-IN" sz="2400" dirty="0"/>
              <a:t>Development Tool:</a:t>
            </a:r>
          </a:p>
          <a:p>
            <a:r>
              <a:rPr lang="en-IN" sz="2400" dirty="0"/>
              <a:t>Visual Studio Code</a:t>
            </a:r>
          </a:p>
        </p:txBody>
      </p:sp>
    </p:spTree>
    <p:extLst>
      <p:ext uri="{BB962C8B-B14F-4D97-AF65-F5344CB8AC3E}">
        <p14:creationId xmlns:p14="http://schemas.microsoft.com/office/powerpoint/2010/main" val="548870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A350E-4CDD-9DA8-CA6C-5CA1C15DC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F595D-7DBF-05CD-509F-F3D01E9B0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Client (Thunder Client / API Client)</a:t>
            </a:r>
          </a:p>
          <a:p>
            <a:endParaRPr lang="en-IN" dirty="0"/>
          </a:p>
          <a:p>
            <a:r>
              <a:rPr lang="en-IN" dirty="0"/>
              <a:t>            ↓</a:t>
            </a:r>
          </a:p>
          <a:p>
            <a:endParaRPr lang="en-IN" dirty="0"/>
          </a:p>
          <a:p>
            <a:r>
              <a:rPr lang="en-IN" dirty="0"/>
              <a:t>Flask REST API Application</a:t>
            </a:r>
          </a:p>
          <a:p>
            <a:endParaRPr lang="en-IN" dirty="0"/>
          </a:p>
          <a:p>
            <a:r>
              <a:rPr lang="en-IN" dirty="0"/>
              <a:t>            ↓</a:t>
            </a:r>
          </a:p>
          <a:p>
            <a:endParaRPr lang="en-IN" dirty="0"/>
          </a:p>
          <a:p>
            <a:r>
              <a:rPr lang="en-IN" dirty="0" err="1"/>
              <a:t>SQLAlchemy</a:t>
            </a:r>
            <a:r>
              <a:rPr lang="en-IN" dirty="0"/>
              <a:t> ORM</a:t>
            </a:r>
          </a:p>
          <a:p>
            <a:endParaRPr lang="en-IN" dirty="0"/>
          </a:p>
          <a:p>
            <a:r>
              <a:rPr lang="en-IN" dirty="0"/>
              <a:t>            ↓</a:t>
            </a:r>
          </a:p>
          <a:p>
            <a:endParaRPr lang="en-IN" dirty="0"/>
          </a:p>
          <a:p>
            <a:r>
              <a:rPr lang="en-IN" dirty="0"/>
              <a:t>MySQL Database</a:t>
            </a:r>
          </a:p>
        </p:txBody>
      </p:sp>
    </p:spTree>
    <p:extLst>
      <p:ext uri="{BB962C8B-B14F-4D97-AF65-F5344CB8AC3E}">
        <p14:creationId xmlns:p14="http://schemas.microsoft.com/office/powerpoint/2010/main" val="1889755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74EC-FA92-4C0B-4390-A42827D95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6FDD1-B90E-1A5D-54C7-82ED0D39D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1. Authentication Module</a:t>
            </a:r>
          </a:p>
          <a:p>
            <a:endParaRPr lang="en-IN" dirty="0"/>
          </a:p>
          <a:p>
            <a:r>
              <a:rPr lang="en-IN" dirty="0"/>
              <a:t>2. Customer Management Module</a:t>
            </a:r>
          </a:p>
          <a:p>
            <a:endParaRPr lang="en-IN" dirty="0"/>
          </a:p>
          <a:p>
            <a:r>
              <a:rPr lang="en-IN" dirty="0"/>
              <a:t>3. Policy Management Module</a:t>
            </a:r>
          </a:p>
          <a:p>
            <a:endParaRPr lang="en-IN" dirty="0"/>
          </a:p>
          <a:p>
            <a:r>
              <a:rPr lang="en-IN" dirty="0"/>
              <a:t>4. Payment Management Module</a:t>
            </a:r>
          </a:p>
          <a:p>
            <a:endParaRPr lang="en-IN" dirty="0"/>
          </a:p>
          <a:p>
            <a:r>
              <a:rPr lang="en-IN" dirty="0"/>
              <a:t>5. Claim Management Module</a:t>
            </a:r>
          </a:p>
          <a:p>
            <a:endParaRPr lang="en-IN" dirty="0"/>
          </a:p>
          <a:p>
            <a:r>
              <a:rPr lang="en-IN" dirty="0"/>
              <a:t>6. Document Management Module</a:t>
            </a:r>
          </a:p>
          <a:p>
            <a:endParaRPr lang="en-IN" dirty="0"/>
          </a:p>
          <a:p>
            <a:r>
              <a:rPr lang="en-IN" dirty="0"/>
              <a:t>7. Report Dashboard Module</a:t>
            </a:r>
          </a:p>
        </p:txBody>
      </p:sp>
    </p:spTree>
    <p:extLst>
      <p:ext uri="{BB962C8B-B14F-4D97-AF65-F5344CB8AC3E}">
        <p14:creationId xmlns:p14="http://schemas.microsoft.com/office/powerpoint/2010/main" val="1843076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88927-7469-2944-AC23-B66B53F5F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F0E08-1118-BBAB-79B2-53511650B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The application uses MySQL database for storing and managing insurance-related information.</a:t>
            </a:r>
          </a:p>
          <a:p>
            <a:endParaRPr lang="en-US" dirty="0"/>
          </a:p>
          <a:p>
            <a:r>
              <a:rPr lang="en-US" dirty="0"/>
              <a:t>Database Tables:</a:t>
            </a:r>
          </a:p>
          <a:p>
            <a:endParaRPr lang="en-US" dirty="0"/>
          </a:p>
          <a:p>
            <a:r>
              <a:rPr lang="en-US" dirty="0"/>
              <a:t>• Users</a:t>
            </a:r>
          </a:p>
          <a:p>
            <a:endParaRPr lang="en-US" dirty="0"/>
          </a:p>
          <a:p>
            <a:r>
              <a:rPr lang="en-US" dirty="0"/>
              <a:t>• Customers</a:t>
            </a:r>
          </a:p>
          <a:p>
            <a:endParaRPr lang="en-US" dirty="0"/>
          </a:p>
          <a:p>
            <a:r>
              <a:rPr lang="en-US" dirty="0"/>
              <a:t>• Policies</a:t>
            </a:r>
          </a:p>
          <a:p>
            <a:endParaRPr lang="en-US" dirty="0"/>
          </a:p>
          <a:p>
            <a:r>
              <a:rPr lang="en-US" dirty="0"/>
              <a:t>• Payments</a:t>
            </a:r>
          </a:p>
          <a:p>
            <a:endParaRPr lang="en-US" dirty="0"/>
          </a:p>
          <a:p>
            <a:r>
              <a:rPr lang="en-US" dirty="0"/>
              <a:t>• Claims</a:t>
            </a:r>
          </a:p>
          <a:p>
            <a:endParaRPr lang="en-US" dirty="0"/>
          </a:p>
          <a:p>
            <a:r>
              <a:rPr lang="en-US" dirty="0"/>
              <a:t>• Documents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9197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8385-3819-C177-5847-F4695B91A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API Testing Screenshots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3C525-38D7-5EFA-064C-6A7E65DBF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All REST APIs were tested using Thunder Client.</a:t>
            </a:r>
          </a:p>
          <a:p>
            <a:endParaRPr lang="en-US" dirty="0"/>
          </a:p>
          <a:p>
            <a:r>
              <a:rPr lang="en-US" dirty="0"/>
              <a:t>Tested Modules:</a:t>
            </a:r>
          </a:p>
          <a:p>
            <a:endParaRPr lang="en-US" dirty="0"/>
          </a:p>
          <a:p>
            <a:r>
              <a:rPr lang="en-US" dirty="0"/>
              <a:t>• User Authentication</a:t>
            </a:r>
          </a:p>
          <a:p>
            <a:endParaRPr lang="en-US" dirty="0"/>
          </a:p>
          <a:p>
            <a:r>
              <a:rPr lang="en-US" dirty="0"/>
              <a:t>• Customer Management</a:t>
            </a:r>
          </a:p>
          <a:p>
            <a:endParaRPr lang="en-US" dirty="0"/>
          </a:p>
          <a:p>
            <a:r>
              <a:rPr lang="en-US" dirty="0"/>
              <a:t>• Policy Management</a:t>
            </a:r>
          </a:p>
          <a:p>
            <a:endParaRPr lang="en-US" dirty="0"/>
          </a:p>
          <a:p>
            <a:r>
              <a:rPr lang="en-US" dirty="0"/>
              <a:t>• Payment Management</a:t>
            </a:r>
          </a:p>
          <a:p>
            <a:endParaRPr lang="en-US" dirty="0"/>
          </a:p>
          <a:p>
            <a:r>
              <a:rPr lang="en-US" dirty="0"/>
              <a:t>• Claim Management</a:t>
            </a:r>
          </a:p>
          <a:p>
            <a:endParaRPr lang="en-US" dirty="0"/>
          </a:p>
          <a:p>
            <a:r>
              <a:rPr lang="en-US" dirty="0"/>
              <a:t>• Document Management</a:t>
            </a:r>
          </a:p>
          <a:p>
            <a:endParaRPr lang="en-US" dirty="0"/>
          </a:p>
          <a:p>
            <a:r>
              <a:rPr lang="en-US" dirty="0"/>
              <a:t>• Report 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0717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7F268-0E2C-D465-9B64-DC2AA757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and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046EB-BB28-B1EE-BD50-634C7BD94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IN" dirty="0"/>
              <a:t>Implemented Features:</a:t>
            </a:r>
          </a:p>
          <a:p>
            <a:endParaRPr lang="en-IN" dirty="0"/>
          </a:p>
          <a:p>
            <a:r>
              <a:rPr lang="en-IN" dirty="0"/>
              <a:t>✓ Secure User Registration and Login</a:t>
            </a:r>
          </a:p>
          <a:p>
            <a:endParaRPr lang="en-IN" dirty="0"/>
          </a:p>
          <a:p>
            <a:r>
              <a:rPr lang="en-IN" dirty="0"/>
              <a:t>✓ JWT Authentication for Protected APIs</a:t>
            </a:r>
          </a:p>
          <a:p>
            <a:endParaRPr lang="en-IN" dirty="0"/>
          </a:p>
          <a:p>
            <a:r>
              <a:rPr lang="en-IN" dirty="0"/>
              <a:t>✓ Password Hashing using </a:t>
            </a:r>
            <a:r>
              <a:rPr lang="en-IN" dirty="0" err="1"/>
              <a:t>Bcrypt</a:t>
            </a:r>
            <a:endParaRPr lang="en-IN" dirty="0"/>
          </a:p>
          <a:p>
            <a:endParaRPr lang="en-IN" dirty="0"/>
          </a:p>
          <a:p>
            <a:r>
              <a:rPr lang="en-IN" dirty="0"/>
              <a:t>✓ Customer Management</a:t>
            </a:r>
          </a:p>
          <a:p>
            <a:endParaRPr lang="en-IN" dirty="0"/>
          </a:p>
          <a:p>
            <a:r>
              <a:rPr lang="en-IN" dirty="0"/>
              <a:t>✓ Policy Management</a:t>
            </a:r>
          </a:p>
          <a:p>
            <a:endParaRPr lang="en-IN" dirty="0"/>
          </a:p>
          <a:p>
            <a:r>
              <a:rPr lang="en-IN" dirty="0"/>
              <a:t>✓ Payment Tracking</a:t>
            </a:r>
          </a:p>
          <a:p>
            <a:endParaRPr lang="en-IN" dirty="0"/>
          </a:p>
          <a:p>
            <a:r>
              <a:rPr lang="en-IN" dirty="0"/>
              <a:t>✓ Claim Processing</a:t>
            </a:r>
          </a:p>
          <a:p>
            <a:endParaRPr lang="en-IN" dirty="0"/>
          </a:p>
          <a:p>
            <a:r>
              <a:rPr lang="en-IN" dirty="0"/>
              <a:t>✓ Document Management</a:t>
            </a:r>
          </a:p>
          <a:p>
            <a:endParaRPr lang="en-IN" dirty="0"/>
          </a:p>
          <a:p>
            <a:r>
              <a:rPr lang="en-IN" dirty="0"/>
              <a:t>✓ Report Dashboard</a:t>
            </a:r>
          </a:p>
        </p:txBody>
      </p:sp>
    </p:spTree>
    <p:extLst>
      <p:ext uri="{BB962C8B-B14F-4D97-AF65-F5344CB8AC3E}">
        <p14:creationId xmlns:p14="http://schemas.microsoft.com/office/powerpoint/2010/main" val="277631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27D9D-BFE4-C8F4-7BCE-2722A88B2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88D7A-E952-7966-358C-865DDE651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Insurance Management Platform was successfully developed using Python Flask and MySQL.</a:t>
            </a:r>
          </a:p>
          <a:p>
            <a:endParaRPr lang="en-US" dirty="0"/>
          </a:p>
          <a:p>
            <a:r>
              <a:rPr lang="en-US" dirty="0"/>
              <a:t>The system provides secure authentication and complete management of customers, policies, payments, claims, documents, and reports.</a:t>
            </a:r>
          </a:p>
          <a:p>
            <a:endParaRPr lang="en-US" dirty="0"/>
          </a:p>
          <a:p>
            <a:r>
              <a:rPr lang="en-US" dirty="0"/>
              <a:t>This project demonstrates the implementation of REST APIs, database management, JWT authentication, and backend development concepts.</a:t>
            </a:r>
          </a:p>
          <a:p>
            <a:endParaRPr lang="en-US" dirty="0"/>
          </a:p>
          <a:p>
            <a:r>
              <a:rPr lang="en-US"/>
              <a:t>Future enhancements include frontend development, online payment integration, notifications, and advanced analytics.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47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407</Words>
  <Application>Microsoft Office PowerPoint</Application>
  <PresentationFormat>Widescreen</PresentationFormat>
  <Paragraphs>141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INSURANCE MANAGEMENT PLATFORM</vt:lpstr>
      <vt:lpstr>Introduction</vt:lpstr>
      <vt:lpstr>Objectives</vt:lpstr>
      <vt:lpstr>Technologies Used</vt:lpstr>
      <vt:lpstr>System Architecture</vt:lpstr>
      <vt:lpstr>Modules</vt:lpstr>
      <vt:lpstr>Database Design</vt:lpstr>
      <vt:lpstr>API Testing Screenshots</vt:lpstr>
      <vt:lpstr>Results and Features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 kothuru</dc:creator>
  <cp:lastModifiedBy>Sneha kothuru</cp:lastModifiedBy>
  <cp:revision>1</cp:revision>
  <dcterms:created xsi:type="dcterms:W3CDTF">2026-07-31T09:33:13Z</dcterms:created>
  <dcterms:modified xsi:type="dcterms:W3CDTF">2026-07-31T09:42:24Z</dcterms:modified>
</cp:coreProperties>
</file>